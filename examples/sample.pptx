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Staging notes that are not part of any voice-over.</a:t>
            </a:r>
          </a:p>
          <a:p>
            <a:r>
              <a:rPr/>
              <a:t>¤ VOICE OVER (Narrator) w01_intro</a:t>
            </a:r>
          </a:p>
          <a:p>
            <a:endParaRPr lang="en-US"/>
          </a:p>
          <a:p>
            <a:r>
              <a:rPr/>
              <a:t>Welcome to this </a:t>
            </a:r>
          </a:p>
          <a:p>
            <a:r>
              <a:rPr b="1"/>
              <a:t>fictional</a:t>
            </a:r>
            <a:r>
              <a:rPr/>
              <a:t> presentation, written only to test the extractor.</a:t>
            </a:r>
          </a:p>
          <a:p>
            <a:r>
              <a:rPr/>
              <a:t>It has </a:t>
            </a:r>
            <a:r>
              <a:rPr i="1"/>
              <a:t>two</a:t>
            </a:r>
            <a:r>
              <a:rPr/>
              <a:t> voices.</a:t>
            </a:r>
          </a:p>
          <a:p>
            <a:r>
              <a:rPr/>
              <a:t>¤ VOICE OVER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¤ VOICE OVER (Guide) w02_guide</a:t>
            </a:r>
          </a:p>
          <a:p>
            <a:endParaRPr lang="en-US"/>
          </a:p>
          <a:p>
            <a:r>
              <a:rPr/>
              <a:t>Hello, I am the guide.</a:t>
            </a:r>
          </a:p>
          <a:p>
            <a:r>
              <a:rPr/>
              <a:t>¤ VOICE OVER END</a:t>
            </a:r>
          </a:p>
          <a:p>
            <a:r>
              <a:rPr/>
              <a:t>¤ VOICE OVER (Narrator) w02_list</a:t>
            </a:r>
          </a:p>
          <a:p>
            <a:endParaRPr lang="en-US"/>
          </a:p>
          <a:p>
            <a:r>
              <a:rPr/>
              <a:t>Three things to remember:</a:t>
            </a:r>
          </a:p>
          <a:p>
            <a:pPr>
              <a:buFont typeface="Arial"/>
              <a:buChar char="•"/>
            </a:pPr>
            <a:r>
              <a:rPr/>
              <a:t>Notes are read slide by slide.</a:t>
            </a:r>
          </a:p>
          <a:p>
            <a:pPr>
              <a:buFont typeface="Arial"/>
              <a:buChar char="•"/>
            </a:pPr>
            <a:r>
              <a:rPr/>
              <a:t>Voices are grouped by speaker.</a:t>
            </a:r>
          </a:p>
          <a:p>
            <a:pPr>
              <a:buFont typeface="Arial"/>
              <a:buChar char="•"/>
            </a:pPr>
            <a:r>
              <a:rPr/>
              <a:t>References identify each voice-over.</a:t>
            </a:r>
          </a:p>
          <a:p>
            <a:r>
              <a:rPr/>
              <a:t>¤ VOICE OVER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¤ VOICE OVER (Guide) w03_goodbye</a:t>
            </a:r>
          </a:p>
          <a:p>
            <a:endParaRPr lang="en-US"/>
          </a:p>
          <a:p>
            <a:r>
              <a:rPr/>
              <a:t>That is all, thank you.</a:t>
            </a:r>
          </a:p>
          <a:p>
            <a:r>
              <a:rPr/>
              <a:t>¤ VOICE OVER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Fictional example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Fictional example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Fictional example slide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Fictional example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presentation</dc:title>
  <dc:subject/>
  <dc:creator>PPTX-Enigma</dc:creator>
  <cp:keywords/>
  <dc:description>Fictional content used to test the extractor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