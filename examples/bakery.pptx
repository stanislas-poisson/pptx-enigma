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Relationship Id="rId3" Type="http://schemas.openxmlformats.org/officeDocument/2006/relationships/hyperlink" Target="https://example.com/menu" TargetMode="Externa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¤ VOICE OVER (Narrator) w01_intro</a:t>
            </a:r>
          </a:p>
          <a:p>
            <a:r>
              <a:rPr/>
              <a:t>Welcome to the </a:t>
            </a:r>
            <a:r>
              <a:rPr b="1"/>
              <a:t>Moonlight Bakery</a:t>
            </a:r>
            <a:r>
              <a:rPr/>
              <a:t>. Tonight, we follow </a:t>
            </a:r>
            <a:r>
              <a:rPr i="1"/>
              <a:t>one</a:t>
            </a:r>
            <a:r>
              <a:rPr/>
              <a:t> loaf of bread, from the flour to the shelf.</a:t>
            </a:r>
          </a:p>
          <a:p>
            <a:r>
              <a:rPr/>
              <a:t>It takes a little patience, and a lot of love.</a:t>
            </a:r>
          </a:p>
          <a:p>
            <a:r>
              <a:rPr/>
              <a:t>¤ VOICE OVER END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¤ VOICE OVER (Baker) w02_dough</a:t>
            </a:r>
          </a:p>
          <a:p>
            <a:r>
              <a:rPr/>
              <a:t>First, the dough. You need four things:</a:t>
            </a:r>
          </a:p>
          <a:p>
            <a:pPr lvl="0" marL="342900" indent="-342900">
              <a:buFont typeface="Arial"/>
              <a:buAutoNum type="arabicPeriod"/>
            </a:pPr>
            <a:r>
              <a:rPr/>
              <a:t>500 g of flour</a:t>
            </a:r>
          </a:p>
          <a:p>
            <a:pPr lvl="0" marL="342900" indent="-342900">
              <a:buFont typeface="Arial"/>
              <a:buAutoNum type="arabicPeriod"/>
            </a:pPr>
            <a:r>
              <a:rPr/>
              <a:t>350 ml of water</a:t>
            </a:r>
          </a:p>
          <a:p>
            <a:pPr lvl="0" marL="342900" indent="-342900">
              <a:buFont typeface="Arial"/>
              <a:buAutoNum type="arabicPeriod"/>
            </a:pPr>
            <a:r>
              <a:rPr/>
              <a:t>10 g of salt</a:t>
            </a:r>
          </a:p>
          <a:p>
            <a:pPr lvl="0" marL="342900" indent="-342900">
              <a:buFont typeface="Arial"/>
              <a:buAutoNum type="arabicPeriod"/>
            </a:pPr>
            <a:r>
              <a:rPr/>
              <a:t>a pinch of yeast</a:t>
            </a:r>
          </a:p>
          <a:p>
            <a:r>
              <a:rPr/>
              <a:t>Mix them, then </a:t>
            </a:r>
            <a:r>
              <a:rPr b="1" u="sng"/>
              <a:t>wait</a:t>
            </a:r>
            <a:r>
              <a:rPr/>
              <a:t>. The dough rises on its own.</a:t>
            </a:r>
          </a:p>
          <a:p>
            <a:r>
              <a:rPr/>
              <a:t>¤ VOICE OVER (Narrator) w03_wait</a:t>
            </a:r>
          </a:p>
          <a:p>
            <a:r>
              <a:rPr/>
              <a:t>Waiting is the hardest part.</a:t>
            </a:r>
            <a:br/>
            <a:r>
              <a:rPr/>
              <a:t>Two hours, without touching it.</a:t>
            </a:r>
          </a:p>
          <a:p>
            <a:r>
              <a:rPr/>
              <a:t>¤ VOICE OVER END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¤ VOICE OVER (Baker) w04_oven</a:t>
            </a:r>
          </a:p>
          <a:p>
            <a:r>
              <a:rPr/>
              <a:t>The oven must be very hot. Remember:</a:t>
            </a:r>
          </a:p>
          <a:p>
            <a:pPr lvl="0" marL="342900" indent="-342900">
              <a:buFont typeface="Arial"/>
              <a:buChar char="•"/>
            </a:pPr>
            <a:r>
              <a:rPr/>
              <a:t>240 degrees</a:t>
            </a:r>
          </a:p>
          <a:p>
            <a:pPr lvl="0" marL="342900" indent="-342900">
              <a:buFont typeface="Arial"/>
              <a:buChar char="•"/>
            </a:pPr>
            <a:r>
              <a:rPr/>
              <a:t>a tray of water at the bottom</a:t>
            </a:r>
          </a:p>
          <a:p>
            <a:pPr lvl="1" marL="685800" indent="-342900">
              <a:buFont typeface="Arial"/>
              <a:buChar char="•"/>
            </a:pPr>
            <a:r>
              <a:rPr/>
              <a:t>never open the door in the first ten minutes</a:t>
            </a:r>
          </a:p>
          <a:p>
            <a:r>
              <a:rPr/>
              <a:t>Bake for </a:t>
            </a:r>
            <a:r>
              <a:rPr b="1"/>
              <a:t>thirty</a:t>
            </a:r>
            <a:r>
              <a:rPr/>
              <a:t> minutes.</a:t>
            </a:r>
          </a:p>
          <a:p>
            <a:r>
              <a:rPr/>
              <a:t>¤ VOICE OVER END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¤ VOICE OVER (Customer) w05_order</a:t>
            </a:r>
          </a:p>
          <a:p>
            <a:r>
              <a:rPr/>
              <a:t>Bonjour ! Je voudrais une </a:t>
            </a:r>
            <a:r>
              <a:rPr b="1"/>
              <a:t>baguette</a:t>
            </a:r>
            <a:r>
              <a:rPr/>
              <a:t>, s'il vous plaît, et un croissant à l'été.</a:t>
            </a:r>
          </a:p>
          <a:p>
            <a:r>
              <a:rPr/>
              <a:t>The menu is on </a:t>
            </a:r>
            <a:r>
              <a:rPr>
                <a:hlinkClick r:id="rId3"/>
              </a:rPr>
              <a:t>our website</a:t>
            </a:r>
            <a:r>
              <a:rPr/>
              <a:t>.</a:t>
            </a:r>
          </a:p>
          <a:p>
            <a:r>
              <a:rPr/>
              <a:t>¤ VOICE OVER END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¤ VOICE OVER (Narrator) w06_end</a:t>
            </a:r>
          </a:p>
          <a:p>
            <a:r>
              <a:rPr/>
              <a:t>And that is how a loaf of bread is made.</a:t>
            </a:r>
          </a:p>
          <a:p>
            <a:r>
              <a:rPr b="1" i="1"/>
              <a:t>Thank you for watching.</a:t>
            </a:r>
          </a:p>
          <a:p>
            <a:r>
              <a:rPr/>
              <a:t>¤ VOICE OVER END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Moonlight Bakery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Welcome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dough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oven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customer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Goodbye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