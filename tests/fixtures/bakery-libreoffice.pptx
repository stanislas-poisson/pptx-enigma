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09CFBF-2FF9-4255-ACDC-9DF3B52DEC8C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hyperlink" Target="https://example.com/menu" TargetMode="External"/><Relationship Id="rId2" Type="http://schemas.openxmlformats.org/officeDocument/2006/relationships/slide" Target="../slides/slide5.xml"/><Relationship Id="rId3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FAB3CC4-7A25-4909-9F4F-803A68BF0C65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(Narrator) w01_intro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Welcome to the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Moonlight Bakery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Tonight, we follow </a:t>
            </a:r>
            <a:r>
              <a:rPr lang="en-US" sz="2000" b="0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loaf of bread, from the flour to the shelf.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takes a little patience, and a lot of love.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6346299-473D-44FA-AE15-4C62B3DB6D3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7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(Baker) w02_dough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First, the dough. You need four things: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500 g of flour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350 ml of water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10 g of salt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AutoNum type="arabicPeriod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pinch of yeast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Mix them, then </a:t>
            </a:r>
            <a:r>
              <a:rPr lang="en-US" sz="2000" b="1" u="sng" strike="noStrike">
                <a:solidFill>
                  <a:srgbClr val="000000"/>
                </a:solidFill>
                <a:effectLst/>
                <a:uFillTx/>
                <a:latin typeface="Arial"/>
              </a:rPr>
              <a:t>wait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 The dough rises on its own.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(Narrator) w03_wait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Waiting is the hardest part.</a:t>
            </a:r>
            <a:br>
              <a:rPr sz="2000"/>
            </a:b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hours, without touching it.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3C9B4CA-CA23-4545-B832-77BB867546BE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(Baker) w04_oven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oven must be very hot. Remember: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240 degrees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 tray of water at the bottom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34308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never open the door in the first ten minutes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Bake for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thirty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minutes.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F2A843-AC35-473F-AF06-5EF19AAD487B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(Customer) w05_order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Bonjour ! Je voudrais une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baguette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, s'il vous plaît, et un croissant à l'été.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menu is on </a:t>
            </a:r>
            <a:r>
              <a:rPr lang="en-US" sz="2000" b="0" u="sng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our website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27A625E-A75D-4C47-ACD0-8CBCCE829122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(Narrator) w06_end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that is how a loaf of bread is made.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1" i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Thank you for watching.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¤ VOICE OVER END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9A93A57-DD6C-498D-B113-3AA48668CC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2D2A97-E526-4DB1-B65C-81CCC669C75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A9314B-8712-47E7-AC8D-573644F7EBB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D7576D-4CAB-4EA2-9614-CAE113342F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F947B88-3947-40BB-BA79-7967563FEC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A6BFC29-57C2-47AF-8F72-7C4B9552AA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2D1721A-A2D2-41DF-828B-6066EEFF1E3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47DA4AE-2CA4-4834-8BC8-D2C9C3F6CD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E0D33FE-816A-47F0-A14C-67DC6A9716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2E0085-55F3-482E-B2D3-5BB8B401ED4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F662EC9-BD63-4643-B311-3598CCB7543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185912-FFC7-401D-A836-82F2A897D4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Moonlight Bakery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Welcome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dough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oven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customer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Goodbye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LibreOffice/25.8.7.3$Linux_X86_64 LibreOffice_project/580$Build-3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